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Weather Disaster Management Platform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(AEGIS)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</a:rPr>
              <a:t>Presented By: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</a:rPr>
              <a:t>Muthuselvam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</a:rPr>
              <a:t>Arunkumar</a:t>
            </a:r>
            <a:endParaRPr lang="en-US" sz="2400" dirty="0"/>
          </a:p>
          <a:p>
            <a:pPr algn="ctr" indent="0" marL="0">
              <a:buNone/>
            </a:pP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</a:rPr>
              <a:t>Guide: Dr. Jayakumar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Module 1: 7-Day Weather Forecast (Daily Outlook)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DDDD"/>
                </a:solidFill>
              </a:rPr>
              <a:t>Provides a comprehensive, user-friendly 7-day outlook using live Open-Meteo ensemble models. Features intuitive UI with visual temperature range bars and precise rain probabilities.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560320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 Code Snippet (src/app/(app)/page.tsx)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&lt;PanelHeader kicker="Next 7 days" title="Daily Forecast" /&gt;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&lt;DailyList days={fc.daily.slice(0, 7)} /&gt;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Inside DailyList: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&lt;span className="mono text-xs flex items-center gap-1"&gt;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{d.precipProb &gt; 0 &amp;&amp; &lt;span className="text-[10px]"&gt;💧&lt;/span&gt;}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{d.precipProb &gt; 0 ? `${d.precipProb}%` : ''}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&lt;/span&gt;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Module 2: Interactive Geographical 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DDDD"/>
                </a:solidFill>
              </a:rPr>
              <a:t>Visualizes the exact location, coastal proximity, and elevation. Integrated with Mapbox GL to show dynamic map styles (Light/Dark mode) and pinpoint the user's focus area.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560320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 Code Snippet (src/components/Map.tsx)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mapboxgl from 'mapbox-gl';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map = new mapboxgl.Map({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container: mapContainer.current,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style: isDark ? 'mapbox://styles/mapbox/dark-v11' : '...',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center: [lon, lat],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zoom: 12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mapboxgl.Marker({ color: 'var(--brand)' })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.setLngLat([lon, lat]).addTo(map);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Module 3: Deterministic Disaster Risk 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DDDD"/>
                </a:solidFill>
              </a:rPr>
              <a:t>Calculates risk scores for Flood, Cyclone, Wildfire, etc. based purely on strict meteorological rules applied to live weather data (precipitation, wind, AQI, heat index).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560320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 Code Snippet (src/lib/hazards.ts)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(hazard === "flood")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(wx.code === "heavy-rain")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60;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drivers.push("Heavy rainfall detected");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if (wx.code === "rain")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30;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Outputs context-aware actions and exact drivers.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Module 4: Real-time Telemetry (Hero)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DDDD"/>
                </a:solidFill>
              </a:rPr>
              <a:t>Displays live Air Quality (AQI), PM2.5, Wind speeds, UV Index, and current temperature. Uses Open-Meteo's API to fetch instantaneous environmental data.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560320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 Code Snippet (src/lib/wx.ts)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wxUrl = `https://api.open-meteo.com/v1/forecast?latitude=${lat}&amp;longitude=${lon}&amp;current=temperature_2m,relative_humidity_2m...`;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 = await fetch(wxUrl);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data = await res.json();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tempC: Math.round(data.current.temperature_2m),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windKph: Math.round(data.current.wind_speed_10m),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aqi: data.current.us_aqi,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</a:rPr>
              <a:t>Questions &amp; Feedback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2026-09-18T16:57:51Z</dcterms:created>
  <dcterms:modified xsi:type="dcterms:W3CDTF">2026-09-18T16:57:51Z</dcterms:modified>
</cp:coreProperties>
</file>